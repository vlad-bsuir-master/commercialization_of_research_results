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20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 </a:t>
            </a:r>
            <a:r>
              <a:rPr dirty="0" err="1"/>
              <a:t>Гибридная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прогнозирования</a:t>
            </a:r>
            <a:r>
              <a:rPr dirty="0"/>
              <a:t> </a:t>
            </a:r>
            <a:r>
              <a:rPr dirty="0" err="1"/>
              <a:t>волатильности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Гая</a:t>
            </a:r>
            <a:r>
              <a:rPr dirty="0"/>
              <a:t> </a:t>
            </a:r>
            <a:r>
              <a:rPr dirty="0" err="1"/>
              <a:t>Кавасаки</a:t>
            </a:r>
            <a:endParaRPr dirty="0"/>
          </a:p>
          <a:p>
            <a:r>
              <a:rPr dirty="0" err="1"/>
              <a:t>Магистерский</a:t>
            </a:r>
            <a:r>
              <a:rPr dirty="0"/>
              <a:t> </a:t>
            </a:r>
            <a:r>
              <a:rPr dirty="0" err="1"/>
              <a:t>проект</a:t>
            </a:r>
            <a:endParaRPr dirty="0"/>
          </a:p>
          <a:p>
            <a:r>
              <a:rPr dirty="0" err="1"/>
              <a:t>Автор</a:t>
            </a:r>
            <a:r>
              <a:rPr dirty="0"/>
              <a:t>: </a:t>
            </a:r>
            <a:r>
              <a:rPr dirty="0" err="1"/>
              <a:t>Владислав</a:t>
            </a:r>
            <a:r>
              <a:rPr lang="ru-RU"/>
              <a:t> Круговой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Финансовые рынки характеризуются высокой волатильностью, особенно в периоды кризисов и нестабильности.</a:t>
            </a:r>
          </a:p>
          <a:p>
            <a:r>
              <a:t>Традиционные модели (GARCH, ARCH, Black-Scholes) не справляются с нелинейными и стохастическими характеристиками.</a:t>
            </a:r>
          </a:p>
          <a:p>
            <a:r>
              <a:t>Это ведет к ошибочным инвестиционным решениям и потерям капитала.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Разработка гибридной модели, объединяющей стохастические дифференциальные уравнения (СДУ) и глубокое обучение.</a:t>
            </a:r>
          </a:p>
          <a:p>
            <a:r>
              <a:t>Модель адаптируется к рыночным условиям, учитывает скрытые зависимости и обучается на исторических данных.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Бизнес-модель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SaaS-платформа для финансовых аналитиков, хедж-фондов и банков:</a:t>
            </a:r>
          </a:p>
          <a:p>
            <a:r>
              <a:t>- Подписка на API и визуализацию прогнозов</a:t>
            </a:r>
          </a:p>
          <a:p>
            <a:r>
              <a:t>- Премиум: кастомизация и интеграция</a:t>
            </a:r>
          </a:p>
          <a:p>
            <a:r>
              <a:t>- Модель монетизации: freemium + корпоративные лицензии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Технология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Математика</a:t>
            </a:r>
            <a:r>
              <a:rPr dirty="0"/>
              <a:t>: СДУ с </a:t>
            </a:r>
            <a:r>
              <a:rPr dirty="0" err="1"/>
              <a:t>параметрической</a:t>
            </a:r>
            <a:r>
              <a:rPr dirty="0"/>
              <a:t> </a:t>
            </a:r>
            <a:r>
              <a:rPr dirty="0" err="1"/>
              <a:t>адаптацией</a:t>
            </a:r>
            <a:endParaRPr dirty="0"/>
          </a:p>
          <a:p>
            <a:r>
              <a:rPr dirty="0"/>
              <a:t>• </a:t>
            </a:r>
            <a:r>
              <a:rPr dirty="0" err="1"/>
              <a:t>Нейросети</a:t>
            </a:r>
            <a:r>
              <a:rPr dirty="0"/>
              <a:t>: LSTM, Transformer</a:t>
            </a:r>
          </a:p>
          <a:p>
            <a:r>
              <a:rPr dirty="0"/>
              <a:t>• </a:t>
            </a:r>
            <a:r>
              <a:rPr dirty="0" err="1"/>
              <a:t>Инфраструктура</a:t>
            </a:r>
            <a:r>
              <a:rPr dirty="0"/>
              <a:t>: Python, TensorFlow, </a:t>
            </a:r>
            <a:r>
              <a:rPr dirty="0" err="1"/>
              <a:t>PyTorch</a:t>
            </a:r>
            <a:r>
              <a:rPr dirty="0"/>
              <a:t>, Docker</a:t>
            </a:r>
          </a:p>
          <a:p>
            <a:r>
              <a:rPr dirty="0"/>
              <a:t>• </a:t>
            </a:r>
            <a:r>
              <a:rPr dirty="0" err="1"/>
              <a:t>Источники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: Bloomberg, Yahoo Finance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Маркетинг и продажи (4P)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Product: Платформа прогнозирования волатильности с визуализацией</a:t>
            </a:r>
          </a:p>
          <a:p>
            <a:r>
              <a:t>Price: Freemium, $99/мес, корпоративные от $999/мес</a:t>
            </a:r>
          </a:p>
          <a:p>
            <a:r>
              <a:t>Place: Онлайн, интеграция с Bloomberg, MetaTrader, QuantConnect</a:t>
            </a:r>
          </a:p>
          <a:p>
            <a:r>
              <a:t>Promotion: LinkedIn, финтех-хакатоны, публикации в Quantitative Finance Journal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Конкуренция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Альтернативы: GARCH, Prophet, QuantConnect</a:t>
            </a:r>
          </a:p>
          <a:p>
            <a:r>
              <a:t>Преимущества:</a:t>
            </a:r>
          </a:p>
          <a:p>
            <a:r>
              <a:t>- Гибридность: СДУ + нейросети</a:t>
            </a:r>
          </a:p>
          <a:p>
            <a:r>
              <a:t>- Адаптивность: обучение в реальном времени</a:t>
            </a:r>
          </a:p>
          <a:p>
            <a:r>
              <a:t>- Интерпретируемость: визуализация факторов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Команда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lang="ru-RU" dirty="0"/>
              <a:t>Р</a:t>
            </a:r>
            <a:r>
              <a:rPr dirty="0" err="1"/>
              <a:t>уководитель</a:t>
            </a:r>
            <a:r>
              <a:rPr dirty="0"/>
              <a:t>, </a:t>
            </a:r>
            <a:r>
              <a:rPr dirty="0" err="1"/>
              <a:t>специалист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СДУ и </a:t>
            </a:r>
            <a:r>
              <a:rPr dirty="0" err="1"/>
              <a:t>нейросетям</a:t>
            </a:r>
            <a:endParaRPr dirty="0"/>
          </a:p>
          <a:p>
            <a:r>
              <a:rPr dirty="0"/>
              <a:t>• </a:t>
            </a:r>
            <a:r>
              <a:rPr dirty="0" err="1"/>
              <a:t>Финансовый</a:t>
            </a:r>
            <a:r>
              <a:rPr dirty="0"/>
              <a:t> </a:t>
            </a:r>
            <a:r>
              <a:rPr dirty="0" err="1"/>
              <a:t>аналитик</a:t>
            </a:r>
            <a:r>
              <a:rPr dirty="0"/>
              <a:t> — </a:t>
            </a:r>
            <a:r>
              <a:rPr dirty="0" err="1"/>
              <a:t>валидация</a:t>
            </a:r>
            <a:r>
              <a:rPr dirty="0"/>
              <a:t> </a:t>
            </a:r>
            <a:r>
              <a:rPr dirty="0" err="1"/>
              <a:t>модели</a:t>
            </a:r>
            <a:endParaRPr dirty="0"/>
          </a:p>
          <a:p>
            <a:r>
              <a:rPr dirty="0"/>
              <a:t>• ML-</a:t>
            </a:r>
            <a:r>
              <a:rPr dirty="0" err="1"/>
              <a:t>инженер</a:t>
            </a:r>
            <a:r>
              <a:rPr dirty="0"/>
              <a:t> — </a:t>
            </a:r>
            <a:r>
              <a:rPr dirty="0" err="1"/>
              <a:t>разработка</a:t>
            </a:r>
            <a:r>
              <a:rPr dirty="0"/>
              <a:t> и </a:t>
            </a:r>
            <a:r>
              <a:rPr dirty="0" err="1"/>
              <a:t>оптимизация</a:t>
            </a:r>
            <a:endParaRPr dirty="0"/>
          </a:p>
          <a:p>
            <a:r>
              <a:rPr dirty="0"/>
              <a:t>• DevOps — </a:t>
            </a:r>
            <a:r>
              <a:rPr dirty="0" err="1"/>
              <a:t>инфраструктура</a:t>
            </a:r>
            <a:r>
              <a:rPr dirty="0"/>
              <a:t> и </a:t>
            </a:r>
            <a:r>
              <a:rPr dirty="0" err="1"/>
              <a:t>поддержка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Планы и вехи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Исследование и прототип — Янв–Мар 2025: MVP модели</a:t>
            </a:r>
          </a:p>
          <a:p>
            <a:r>
              <a:t>Валидация и тестирование — Апр–Июн 2025: сравнение с классикой</a:t>
            </a:r>
          </a:p>
          <a:p>
            <a:r>
              <a:t>Разработка платформы — Июл–Сен 2025: веб, API, документация</a:t>
            </a:r>
          </a:p>
          <a:p>
            <a:r>
              <a:t>Пилот с партнёрами — Окт–Ноя 2025: первые клиенты</a:t>
            </a:r>
          </a:p>
          <a:p>
            <a:r>
              <a:t>Выход на рынок — Дек 2025: масштабирование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Текущий статус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Прототип реализован</a:t>
            </a:r>
          </a:p>
          <a:p>
            <a:r>
              <a:t>✔ Точность прогноза выше GARCH на 12%</a:t>
            </a:r>
          </a:p>
          <a:p>
            <a:r>
              <a:t>✔ Архитектура платформы готова</a:t>
            </a:r>
          </a:p>
          <a:p>
            <a:r>
              <a:t>✔ Поиск партнёров для пилота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Резюме и призыв к действию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Создаём интеллектуальную систему прогнозирования волатильности.</a:t>
            </a:r>
          </a:p>
          <a:p>
            <a:r>
              <a:t>Шаг к точным и адаптивным решениям в управлении рисками.</a:t>
            </a:r>
          </a:p>
          <a:p>
            <a:r>
              <a:t>📣 Присоединяйтесь как инвестор, партнёр или клиент!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387</Words>
  <Application>Microsoft Office PowerPoint</Application>
  <PresentationFormat>Экран (4:3)</PresentationFormat>
  <Paragraphs>52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 Гибридная модель прогнозирования волатильности</vt:lpstr>
      <vt:lpstr>1. Проблема</vt:lpstr>
      <vt:lpstr>2. Решение</vt:lpstr>
      <vt:lpstr>3. Бизнес-модель</vt:lpstr>
      <vt:lpstr>4. Технология</vt:lpstr>
      <vt:lpstr>5. Маркетинг и продажи (4P)</vt:lpstr>
      <vt:lpstr>6. Конкуренция</vt:lpstr>
      <vt:lpstr>7. Команда проекта</vt:lpstr>
      <vt:lpstr>8. Планы и вехи проекта</vt:lpstr>
      <vt:lpstr>9. Текущий статус</vt:lpstr>
      <vt:lpstr>10. Резюме и призыв к действию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📊 Презентация проекта: Гибридная модель прогнозирования волатильности</dc:title>
  <dc:subject/>
  <dc:creator>Vlad</dc:creator>
  <cp:keywords/>
  <dc:description>generated using python-pptx</dc:description>
  <cp:lastModifiedBy>Vladislav Krugovoy</cp:lastModifiedBy>
  <cp:revision>5</cp:revision>
  <dcterms:created xsi:type="dcterms:W3CDTF">2013-01-27T09:14:16Z</dcterms:created>
  <dcterms:modified xsi:type="dcterms:W3CDTF">2025-11-01T20:42:13Z</dcterms:modified>
  <cp:category/>
</cp:coreProperties>
</file>